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33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82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48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63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17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65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041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1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8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32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9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5BE2-6ABA-4828-B09C-6BB4F389236D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002B8-8748-4746-ADD6-D5C56A4E3E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1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62" y="556260"/>
            <a:ext cx="5305425" cy="3733800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 flipV="1">
            <a:off x="864523" y="2319251"/>
            <a:ext cx="4530437" cy="3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864523" y="3577244"/>
            <a:ext cx="4530437" cy="3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00449" y="3212912"/>
            <a:ext cx="931025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No Action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42258" y="1988173"/>
            <a:ext cx="1094511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In-lane 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변경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00449" y="742789"/>
            <a:ext cx="931025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</a:rPr>
              <a:t>차선변경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13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193766"/>
              </p:ext>
            </p:extLst>
          </p:nvPr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570413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072943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80622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L_s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K_s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53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</a:t>
                      </a:r>
                      <a:r>
                        <a:rPr lang="en-US" altLang="ko-KR" baseline="0" dirty="0" smtClean="0"/>
                        <a:t> –lane </a:t>
                      </a:r>
                      <a:r>
                        <a:rPr lang="ko-KR" altLang="en-US" baseline="0" dirty="0" smtClean="0"/>
                        <a:t>변경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8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차선변경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83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05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683272"/>
              </p:ext>
            </p:extLst>
          </p:nvPr>
        </p:nvGraphicFramePr>
        <p:xfrm>
          <a:off x="2032000" y="719666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52888796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7321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909290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874500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1036992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38992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27429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                    </a:t>
                      </a:r>
                      <a:r>
                        <a:rPr lang="en-US" altLang="ko-KR" sz="800" dirty="0" err="1" smtClean="0"/>
                        <a:t>k_p</a:t>
                      </a:r>
                      <a:r>
                        <a:rPr lang="en-US" altLang="ko-KR" sz="800" dirty="0" smtClean="0"/>
                        <a:t/>
                      </a:r>
                      <a:br>
                        <a:rPr lang="en-US" altLang="ko-KR" sz="800" dirty="0" smtClean="0"/>
                      </a:br>
                      <a:r>
                        <a:rPr lang="en-US" altLang="ko-KR" sz="800" dirty="0" err="1" smtClean="0"/>
                        <a:t>k_s</a:t>
                      </a:r>
                      <a:r>
                        <a:rPr lang="en-US" altLang="ko-KR" sz="800" dirty="0" smtClean="0"/>
                        <a:t>          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35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0.4121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0.3813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0.3434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0.329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0.3204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0.3177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9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0.4079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0.3645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0.3229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0.3103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0.3035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0.3015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3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0.4026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0.3285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0.2791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0.2679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0.2622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0.2606*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286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0.4018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0.3145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0.2681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0.2511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0.246*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0.2444*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0.4014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0.2942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0.2253*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0.2209</a:t>
                      </a:r>
                      <a:r>
                        <a:rPr lang="en-US" altLang="ko-KR" baseline="0" dirty="0" smtClean="0"/>
                        <a:t>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0.2193*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41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0.4014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0.2817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0.2153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0.2064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0.2025</a:t>
                      </a:r>
                      <a:r>
                        <a:rPr lang="en-US" altLang="ko-KR" baseline="0" dirty="0" smtClean="0"/>
                        <a:t>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0.2011 *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527432"/>
                  </a:ext>
                </a:extLst>
              </a:tr>
            </a:tbl>
          </a:graphicData>
        </a:graphic>
      </p:graphicFrame>
      <p:cxnSp>
        <p:nvCxnSpPr>
          <p:cNvPr id="4" name="직선 연결선 3"/>
          <p:cNvCxnSpPr/>
          <p:nvPr/>
        </p:nvCxnSpPr>
        <p:spPr>
          <a:xfrm>
            <a:off x="2028305" y="723207"/>
            <a:ext cx="1163782" cy="3408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192087" y="3640975"/>
            <a:ext cx="508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Max lateral acceleration at mode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38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183081"/>
              </p:ext>
            </p:extLst>
          </p:nvPr>
        </p:nvGraphicFramePr>
        <p:xfrm>
          <a:off x="2032000" y="719666"/>
          <a:ext cx="81280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52888796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7321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909290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874500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1036992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38992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27429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                    </a:t>
                      </a:r>
                      <a:r>
                        <a:rPr lang="en-US" altLang="ko-KR" sz="800" dirty="0" err="1" smtClean="0"/>
                        <a:t>k_p</a:t>
                      </a:r>
                      <a:r>
                        <a:rPr lang="en-US" altLang="ko-KR" sz="800" dirty="0" smtClean="0"/>
                        <a:t/>
                      </a:r>
                      <a:br>
                        <a:rPr lang="en-US" altLang="ko-KR" sz="800" dirty="0" smtClean="0"/>
                      </a:br>
                      <a:r>
                        <a:rPr lang="en-US" altLang="ko-KR" sz="800" dirty="0" err="1" smtClean="0"/>
                        <a:t>k_s</a:t>
                      </a:r>
                      <a:r>
                        <a:rPr lang="en-US" altLang="ko-KR" sz="800" dirty="0" smtClean="0"/>
                        <a:t>          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35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0.4389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0.4273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0.4201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0.4145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9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0.4387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0.4273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0.4163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0.4032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0.3943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0.3913 *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3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0.4387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0.4273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0.3944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0.3581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0.3406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0.3357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286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0.4387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0.4273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0.3858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0.3370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0.3172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0.3122 *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0.4387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0.4273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0.3769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0.3030*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0.2803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0.2751 *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641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0.4387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0.4273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0.3746*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0.2777 *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0.2537 8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0.2486 *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527432"/>
                  </a:ext>
                </a:extLst>
              </a:tr>
            </a:tbl>
          </a:graphicData>
        </a:graphic>
      </p:graphicFrame>
      <p:cxnSp>
        <p:nvCxnSpPr>
          <p:cNvPr id="4" name="직선 연결선 3"/>
          <p:cNvCxnSpPr/>
          <p:nvPr/>
        </p:nvCxnSpPr>
        <p:spPr>
          <a:xfrm>
            <a:off x="2028305" y="723207"/>
            <a:ext cx="1163782" cy="3408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192087" y="3640975"/>
            <a:ext cx="508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Max lateral acceleration at mode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41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881271"/>
              </p:ext>
            </p:extLst>
          </p:nvPr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570413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072943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80622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K_s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K_p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53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</a:t>
                      </a:r>
                      <a:r>
                        <a:rPr lang="en-US" altLang="ko-KR" baseline="0" dirty="0" smtClean="0"/>
                        <a:t> –lane </a:t>
                      </a:r>
                      <a:r>
                        <a:rPr lang="ko-KR" altLang="en-US" baseline="0" dirty="0" smtClean="0"/>
                        <a:t>변경 </a:t>
                      </a:r>
                      <a:r>
                        <a:rPr lang="en-US" altLang="ko-KR" baseline="0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0.63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0.72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8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차선변경 </a:t>
                      </a:r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0.83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0.56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8389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852513" y="2053389"/>
            <a:ext cx="404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최적화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891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166</Words>
  <Application>Microsoft Office PowerPoint</Application>
  <PresentationFormat>와이드스크린</PresentationFormat>
  <Paragraphs>120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22</cp:revision>
  <dcterms:created xsi:type="dcterms:W3CDTF">2020-06-03T10:33:47Z</dcterms:created>
  <dcterms:modified xsi:type="dcterms:W3CDTF">2020-06-03T14:32:15Z</dcterms:modified>
</cp:coreProperties>
</file>